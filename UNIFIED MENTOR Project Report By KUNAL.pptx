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8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D9C50-9681-4907-9631-045DA5EE9399}" type="datetimeFigureOut">
              <a:rPr lang="en-IN" smtClean="0"/>
              <a:t>18-07-2024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3D6B3F3E-6AC5-476E-833D-F651EE9197CC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0673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D9C50-9681-4907-9631-045DA5EE9399}" type="datetimeFigureOut">
              <a:rPr lang="en-IN" smtClean="0"/>
              <a:t>18-07-2024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B3F3E-6AC5-476E-833D-F651EE9197CC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0548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D9C50-9681-4907-9631-045DA5EE9399}" type="datetimeFigureOut">
              <a:rPr lang="en-IN" smtClean="0"/>
              <a:t>18-07-2024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B3F3E-6AC5-476E-833D-F651EE9197CC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5535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D9C50-9681-4907-9631-045DA5EE9399}" type="datetimeFigureOut">
              <a:rPr lang="en-IN" smtClean="0"/>
              <a:t>18-07-2024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B3F3E-6AC5-476E-833D-F651EE9197CC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8259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D9C50-9681-4907-9631-045DA5EE9399}" type="datetimeFigureOut">
              <a:rPr lang="en-IN" smtClean="0"/>
              <a:t>18-07-2024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B3F3E-6AC5-476E-833D-F651EE9197CC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3456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D9C50-9681-4907-9631-045DA5EE9399}" type="datetimeFigureOut">
              <a:rPr lang="en-IN" smtClean="0"/>
              <a:t>18-07-2024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B3F3E-6AC5-476E-833D-F651EE9197CC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9880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D9C50-9681-4907-9631-045DA5EE9399}" type="datetimeFigureOut">
              <a:rPr lang="en-IN" smtClean="0"/>
              <a:t>18-07-2024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B3F3E-6AC5-476E-833D-F651EE9197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7032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D9C50-9681-4907-9631-045DA5EE9399}" type="datetimeFigureOut">
              <a:rPr lang="en-IN" smtClean="0"/>
              <a:t>18-07-2024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B3F3E-6AC5-476E-833D-F651EE9197CC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2542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73AD9C50-9681-4907-9631-045DA5EE9399}" type="datetimeFigureOut">
              <a:rPr lang="en-IN" smtClean="0"/>
              <a:t>18-07-2024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B3F3E-6AC5-476E-833D-F651EE9197CC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8302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D9C50-9681-4907-9631-045DA5EE9399}" type="datetimeFigureOut">
              <a:rPr lang="en-IN" smtClean="0"/>
              <a:t>18-07-2024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B3F3E-6AC5-476E-833D-F651EE9197CC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8981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D9C50-9681-4907-9631-045DA5EE9399}" type="datetimeFigureOut">
              <a:rPr lang="en-IN" smtClean="0"/>
              <a:t>18-07-2024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B3F3E-6AC5-476E-833D-F651EE9197CC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1336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AD9C50-9681-4907-9631-045DA5EE9399}" type="datetimeFigureOut">
              <a:rPr lang="en-IN" smtClean="0"/>
              <a:t>18-07-2024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3D6B3F3E-6AC5-476E-833D-F651EE9197CC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354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7" r:id="rId1"/>
    <p:sldLayoutId id="2147483858" r:id="rId2"/>
    <p:sldLayoutId id="2147483859" r:id="rId3"/>
    <p:sldLayoutId id="2147483860" r:id="rId4"/>
    <p:sldLayoutId id="2147483861" r:id="rId5"/>
    <p:sldLayoutId id="2147483862" r:id="rId6"/>
    <p:sldLayoutId id="2147483863" r:id="rId7"/>
    <p:sldLayoutId id="2147483864" r:id="rId8"/>
    <p:sldLayoutId id="2147483865" r:id="rId9"/>
    <p:sldLayoutId id="2147483866" r:id="rId10"/>
    <p:sldLayoutId id="21474838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EA86A-697F-0003-28ED-A3DAB1E72D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5894" y="1767254"/>
            <a:ext cx="8637073" cy="1661746"/>
          </a:xfrm>
        </p:spPr>
        <p:txBody>
          <a:bodyPr>
            <a:normAutofit fontScale="90000"/>
          </a:bodyPr>
          <a:lstStyle/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Amazon Sales data</a:t>
            </a:r>
          </a:p>
        </p:txBody>
      </p:sp>
    </p:spTree>
    <p:extLst>
      <p:ext uri="{BB962C8B-B14F-4D97-AF65-F5344CB8AC3E}">
        <p14:creationId xmlns:p14="http://schemas.microsoft.com/office/powerpoint/2010/main" val="691946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4FF57-B562-3575-2A69-26E4157CA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45392"/>
            <a:ext cx="9603275" cy="587136"/>
          </a:xfrm>
        </p:spPr>
        <p:txBody>
          <a:bodyPr>
            <a:normAutofit/>
          </a:bodyPr>
          <a:lstStyle/>
          <a:p>
            <a:r>
              <a:rPr lang="en-IN" dirty="0"/>
              <a:t>Problem Statement: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083D8-2958-78DA-60F0-05FFBFAABE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Sales management has gained importance to meet increasing competition and the</a:t>
            </a:r>
          </a:p>
          <a:p>
            <a:pPr marL="0" indent="0">
              <a:buNone/>
            </a:pPr>
            <a:r>
              <a:rPr lang="en-US" dirty="0"/>
              <a:t>   need for improved methods of distribution to reduce cost and to increase profits. Sales</a:t>
            </a:r>
          </a:p>
          <a:p>
            <a:pPr marL="0" indent="0">
              <a:buNone/>
            </a:pPr>
            <a:r>
              <a:rPr lang="en-US" dirty="0"/>
              <a:t>   management today is the most important function in a commercial and business enterprise.</a:t>
            </a:r>
          </a:p>
          <a:p>
            <a:r>
              <a:rPr lang="en-US" dirty="0"/>
              <a:t>Do ETL: Extract-Transform-Load some Amazon dataset and find for me</a:t>
            </a:r>
          </a:p>
          <a:p>
            <a:pPr marL="0" indent="0">
              <a:buNone/>
            </a:pPr>
            <a:r>
              <a:rPr lang="en-US" dirty="0"/>
              <a:t>   Sales-trend -&gt; month-wise, year-wise, </a:t>
            </a:r>
            <a:r>
              <a:rPr lang="en-US" dirty="0" err="1"/>
              <a:t>yearly_month</a:t>
            </a:r>
            <a:r>
              <a:rPr lang="en-US" dirty="0"/>
              <a:t>-wise</a:t>
            </a:r>
          </a:p>
          <a:p>
            <a:pPr marL="0" indent="0">
              <a:buNone/>
            </a:pPr>
            <a:r>
              <a:rPr lang="en-US" dirty="0"/>
              <a:t>   Find key metrics and factors and show the meaningful relationships between</a:t>
            </a:r>
          </a:p>
          <a:p>
            <a:r>
              <a:rPr lang="en-US" dirty="0"/>
              <a:t>attributes. Do your own research and come up with your findings.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7588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24DD2-20D4-DB78-CAB9-C7C3CE499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393608"/>
            <a:ext cx="9603275" cy="452781"/>
          </a:xfrm>
        </p:spPr>
        <p:txBody>
          <a:bodyPr>
            <a:normAutofit fontScale="90000"/>
          </a:bodyPr>
          <a:lstStyle/>
          <a:p>
            <a:r>
              <a:rPr lang="en-US" dirty="0"/>
              <a:t>Research: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18FC9-FEEF-C60F-F871-B63D25127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Analyzing sales trends on year-wise basis.</a:t>
            </a:r>
          </a:p>
          <a:p>
            <a:r>
              <a:rPr lang="en-US" dirty="0"/>
              <a:t>Identifying and calculating key sales metrics.</a:t>
            </a:r>
          </a:p>
          <a:p>
            <a:r>
              <a:rPr lang="en-US" dirty="0"/>
              <a:t>Investigating the relationships between different attributes such as product categories, Country , cost and sales regions.</a:t>
            </a:r>
          </a:p>
          <a:p>
            <a:r>
              <a:rPr lang="en-US" dirty="0"/>
              <a:t>Providing actionable insights based on the analysis.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85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327CE-462A-55BD-694C-B39DDED88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402401"/>
            <a:ext cx="9603275" cy="435196"/>
          </a:xfrm>
        </p:spPr>
        <p:txBody>
          <a:bodyPr>
            <a:normAutofit fontScale="90000"/>
          </a:bodyPr>
          <a:lstStyle/>
          <a:p>
            <a:r>
              <a:rPr lang="en-US" dirty="0"/>
              <a:t>Techniques used: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ABD69-AFBE-5770-73B6-5374A88357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b="1" u="sng" dirty="0"/>
          </a:p>
          <a:p>
            <a:pPr marL="0" indent="0" algn="ctr">
              <a:buNone/>
            </a:pPr>
            <a:r>
              <a:rPr lang="en-US" b="1" u="sng" dirty="0"/>
              <a:t>Microsoft Power BI for Useful Insights and Dashboards</a:t>
            </a:r>
          </a:p>
          <a:p>
            <a:r>
              <a:rPr lang="en-US" dirty="0"/>
              <a:t>Microsoft Power BI help to transform raw sales data into actionable insights and interactive dashboards. </a:t>
            </a:r>
          </a:p>
          <a:p>
            <a:r>
              <a:rPr lang="en-US" dirty="0"/>
              <a:t>Power BI's robust features and capabilities will enable businesses to optimize sales performance, reduce costs, and increase profitability through data-driven decision-making.</a:t>
            </a:r>
            <a:endParaRPr lang="en-IN" b="1" u="sng" dirty="0"/>
          </a:p>
        </p:txBody>
      </p:sp>
    </p:spTree>
    <p:extLst>
      <p:ext uri="{BB962C8B-B14F-4D97-AF65-F5344CB8AC3E}">
        <p14:creationId xmlns:p14="http://schemas.microsoft.com/office/powerpoint/2010/main" val="2587754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E9C4B-EBBC-3D27-4F08-C0EFABE036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   </a:t>
            </a:r>
          </a:p>
          <a:p>
            <a:r>
              <a:rPr lang="en-US" b="1" dirty="0"/>
              <a:t>Data Collection:</a:t>
            </a:r>
            <a:r>
              <a:rPr lang="en-US" dirty="0"/>
              <a:t> Gather sales data that includes the sales amount, date of sale, product details, customer demographics, sales region, and other relevant attributes.</a:t>
            </a:r>
          </a:p>
          <a:p>
            <a:r>
              <a:rPr lang="en-US" b="1" dirty="0"/>
              <a:t>Data Preprocessing:</a:t>
            </a:r>
            <a:r>
              <a:rPr lang="en-US" dirty="0"/>
              <a:t> Clean the data to handle missing values and remove duplicates. Convert date columns to appropriate formats and create new columns for month and year from the date of sale.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0FCD35-6BF7-73F1-472C-3AD808AA088F}"/>
              </a:ext>
            </a:extLst>
          </p:cNvPr>
          <p:cNvSpPr txBox="1"/>
          <p:nvPr/>
        </p:nvSpPr>
        <p:spPr>
          <a:xfrm>
            <a:off x="1346075" y="1433142"/>
            <a:ext cx="25137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Methodology: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9035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49CE4-F9E7-26C1-3229-23E91CE65B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Data Analysis: Sales Trend Analysis: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Year-wise trend:</a:t>
            </a:r>
            <a:r>
              <a:rPr lang="en-US" dirty="0"/>
              <a:t> Aggregate sales by each year.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Key Metrics Calculation: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Total Sales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Total Profit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Order Date and Ship Date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Sales by Product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Sales by Region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2442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F11D00E-6E0A-6468-D08D-2072E3A3F9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941" y="879231"/>
            <a:ext cx="10514118" cy="524900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7630BD-E5FF-B634-E0C6-DB39C79B6567}"/>
              </a:ext>
            </a:extLst>
          </p:cNvPr>
          <p:cNvSpPr txBox="1"/>
          <p:nvPr/>
        </p:nvSpPr>
        <p:spPr>
          <a:xfrm>
            <a:off x="2637692" y="311705"/>
            <a:ext cx="6207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Excel file : Amazon Sales data 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929258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C68420-EE6F-35C7-7E7B-850FA64FBC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4660" y="992793"/>
            <a:ext cx="9806063" cy="5511437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A2BC2A-662B-53B8-E8A6-757AC5841E53}"/>
              </a:ext>
            </a:extLst>
          </p:cNvPr>
          <p:cNvSpPr txBox="1"/>
          <p:nvPr/>
        </p:nvSpPr>
        <p:spPr>
          <a:xfrm>
            <a:off x="3207725" y="353770"/>
            <a:ext cx="57765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Power BI Dashboard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49361596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39</TotalTime>
  <Words>299</Words>
  <Application>Microsoft Office PowerPoint</Application>
  <PresentationFormat>Widescreen</PresentationFormat>
  <Paragraphs>33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Gill Sans MT</vt:lpstr>
      <vt:lpstr>Times New Roman</vt:lpstr>
      <vt:lpstr>Gallery</vt:lpstr>
      <vt:lpstr>AnalyzinG Amazon Sales data</vt:lpstr>
      <vt:lpstr>Problem Statement:</vt:lpstr>
      <vt:lpstr>Research:</vt:lpstr>
      <vt:lpstr>Techniques used: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kunal mehra</dc:creator>
  <cp:lastModifiedBy>kunal mehra</cp:lastModifiedBy>
  <cp:revision>1</cp:revision>
  <dcterms:created xsi:type="dcterms:W3CDTF">2024-07-17T18:42:49Z</dcterms:created>
  <dcterms:modified xsi:type="dcterms:W3CDTF">2024-07-17T19:22:34Z</dcterms:modified>
</cp:coreProperties>
</file>